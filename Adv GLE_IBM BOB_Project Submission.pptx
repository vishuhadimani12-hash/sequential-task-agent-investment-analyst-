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1442059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Vishwanath Mohan Hadimani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vishu.hadimani12@gmail.com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9886195511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856624" y="1470870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90624" y="496713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Sequential Task Agent – Investment Analyst 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Recommended font style and size:</a:t>
            </a:r>
            <a:br>
              <a:rPr lang="en-US" sz="2000" dirty="0">
                <a:solidFill>
                  <a:srgbClr val="FF0000"/>
                </a:solidFill>
              </a:rPr>
            </a:b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Font Style: Arial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74B31-CBD7-74FF-4836-DDA021F1B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3637474"/>
            <a:ext cx="1014984" cy="9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sz="2000" dirty="0"/>
              <a:t>The Challenge Investment analysts need to process multiple layers of information—financial reports, stock performance data, market news, and analyst opinions. Much of this information is fragmented and requires a sequence of tasks (data gathering, validation, analysis, comparison, and reporting) to generate useful insights. Manual workflows are time-consuming and prone to errors. The challenge is not just to collect market data but to automate sequential tasks that lead to actionable investment recommendations. The Objective Build a Sequential Task Agent that acts as an intelligent investment analyst. </a:t>
            </a:r>
          </a:p>
          <a:p>
            <a:pPr fontAlgn="base"/>
            <a:r>
              <a:rPr lang="en-IN" sz="2000" dirty="0"/>
              <a:t>The solution should: </a:t>
            </a:r>
          </a:p>
          <a:p>
            <a:pPr marL="342900" indent="-342900" fontAlgn="base">
              <a:buAutoNum type="arabicPeriod"/>
            </a:pPr>
            <a:r>
              <a:rPr lang="en-IN" sz="2000" b="1" dirty="0"/>
              <a:t>Automate Data Gathering: </a:t>
            </a:r>
            <a:r>
              <a:rPr lang="en-IN" sz="2000" dirty="0"/>
              <a:t>Collect financial data from multiple trusted sources such as company reports, stock exchanges, and market news feeds. </a:t>
            </a:r>
          </a:p>
          <a:p>
            <a:pPr marL="342900" indent="-342900" fontAlgn="base">
              <a:buAutoNum type="arabicPeriod"/>
            </a:pPr>
            <a:r>
              <a:rPr lang="en-IN" sz="2000" b="1" dirty="0"/>
              <a:t>Perform Multi-Step Analysis: </a:t>
            </a:r>
            <a:r>
              <a:rPr lang="en-IN" sz="2000" dirty="0"/>
              <a:t>Sequentially process data (e.g., extract KPIs → calculate financial ratios → benchmark against competitors → </a:t>
            </a:r>
            <a:r>
              <a:rPr lang="en-IN" sz="2000" dirty="0" err="1"/>
              <a:t>analyze</a:t>
            </a:r>
            <a:r>
              <a:rPr lang="en-IN" sz="2000" dirty="0"/>
              <a:t> market sentiment).</a:t>
            </a:r>
          </a:p>
          <a:p>
            <a:pPr marL="342900" indent="-342900" fontAlgn="base">
              <a:buAutoNum type="arabicPeriod"/>
            </a:pPr>
            <a:r>
              <a:rPr lang="en-IN" sz="2000" b="1" dirty="0"/>
              <a:t>Generate Predictive Insights: </a:t>
            </a:r>
            <a:r>
              <a:rPr lang="en-IN" sz="2000" dirty="0"/>
              <a:t>Identify trends, detect risks, and provide forward-looking recommendations (e.g., “Stock X shows declining margins—consider underweighting in portfolio”). </a:t>
            </a:r>
          </a:p>
          <a:p>
            <a:pPr marL="342900" indent="-342900" fontAlgn="base">
              <a:buAutoNum type="arabicPeriod"/>
            </a:pPr>
            <a:r>
              <a:rPr lang="en-IN" sz="2000" b="1" dirty="0"/>
              <a:t>Deliver Structured Reports: </a:t>
            </a:r>
            <a:r>
              <a:rPr lang="en-IN" sz="2000" dirty="0"/>
              <a:t>Provide an easy-to-understand dashboard with investment summaries, trend charts, risk indicators, and AI-generated recommendations </a:t>
            </a:r>
            <a:r>
              <a:rPr lang="en-US" sz="2000" dirty="0"/>
              <a:t>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sz="1600" b="1" dirty="0"/>
              <a:t>Proposed Solution: AI-Powered Sequential Task Agent – Investment Analyst</a:t>
            </a:r>
          </a:p>
          <a:p>
            <a:r>
              <a:rPr lang="en-IN" sz="1600" dirty="0"/>
              <a:t>The proposed solution is an AI-powered Sequential Task Agent built using Python, </a:t>
            </a:r>
            <a:r>
              <a:rPr lang="en-IN" sz="1600" dirty="0" err="1"/>
              <a:t>Streamlit</a:t>
            </a:r>
            <a:r>
              <a:rPr lang="en-IN" sz="1600" dirty="0"/>
              <a:t>, </a:t>
            </a:r>
            <a:r>
              <a:rPr lang="en-IN" sz="1600" dirty="0" err="1"/>
              <a:t>Groq</a:t>
            </a:r>
            <a:r>
              <a:rPr lang="en-IN" sz="1600" dirty="0"/>
              <a:t> API, and the GPT-OSS-120B model to automate investment analysis and generate structured financial insights.</a:t>
            </a:r>
          </a:p>
          <a:p>
            <a:r>
              <a:rPr lang="en-IN" sz="1600" dirty="0"/>
              <a:t>The system works through a sequence of intelligent agents:</a:t>
            </a:r>
          </a:p>
          <a:p>
            <a:pPr lvl="0"/>
            <a:r>
              <a:rPr lang="en-IN" sz="1600" dirty="0"/>
              <a:t>Data Gathering Agent: Collects real-time stock prices, financial statements, and company information from trusted sources.</a:t>
            </a:r>
          </a:p>
          <a:p>
            <a:pPr lvl="0"/>
            <a:r>
              <a:rPr lang="en-IN" sz="1600" b="1" dirty="0"/>
              <a:t>Financial Analysis Agent</a:t>
            </a:r>
            <a:r>
              <a:rPr lang="en-IN" sz="1600" dirty="0"/>
              <a:t>: Extracts KPIs and calculates important financial ratios such as ROE, ROA, P/E, and Debt-to-Equity.</a:t>
            </a:r>
          </a:p>
          <a:p>
            <a:pPr lvl="0"/>
            <a:r>
              <a:rPr lang="en-IN" sz="1600" b="1" dirty="0"/>
              <a:t>Competitor Benchmark Agent</a:t>
            </a:r>
            <a:r>
              <a:rPr lang="en-IN" sz="1600" dirty="0"/>
              <a:t>: Compares the selected company with industry competitors using key financial metrics.</a:t>
            </a:r>
          </a:p>
          <a:p>
            <a:pPr lvl="0"/>
            <a:r>
              <a:rPr lang="en-IN" sz="1600" b="1" dirty="0"/>
              <a:t>Market Sentiment Agent</a:t>
            </a:r>
            <a:r>
              <a:rPr lang="en-IN" sz="1600" dirty="0"/>
              <a:t>: </a:t>
            </a:r>
            <a:r>
              <a:rPr lang="en-IN" sz="1600" dirty="0" err="1"/>
              <a:t>Analyzes</a:t>
            </a:r>
            <a:r>
              <a:rPr lang="en-IN" sz="1600" dirty="0"/>
              <a:t> recent market news and classifies sentiment as positive, neutral, or negative using AI.</a:t>
            </a:r>
          </a:p>
          <a:p>
            <a:pPr lvl="0"/>
            <a:r>
              <a:rPr lang="en-IN" sz="1600" b="1" dirty="0"/>
              <a:t>Trend &amp; Risk Analysis Agent</a:t>
            </a:r>
            <a:r>
              <a:rPr lang="en-IN" sz="1600" dirty="0"/>
              <a:t>: Identifies stock trends, technical indicators, and potential investment risks.</a:t>
            </a:r>
          </a:p>
          <a:p>
            <a:pPr lvl="0"/>
            <a:r>
              <a:rPr lang="en-IN" sz="1600" b="1" dirty="0"/>
              <a:t>AI Recommendation Agent</a:t>
            </a:r>
            <a:r>
              <a:rPr lang="en-IN" sz="1600" dirty="0"/>
              <a:t>: Generates personalized investment insights and recommendations based on the complete analysis.</a:t>
            </a:r>
          </a:p>
          <a:p>
            <a:r>
              <a:rPr lang="en-IN" sz="1600" dirty="0"/>
              <a:t>The solution includes a </a:t>
            </a:r>
            <a:r>
              <a:rPr lang="en-IN" sz="1600" dirty="0" err="1"/>
              <a:t>Streamlit</a:t>
            </a:r>
            <a:r>
              <a:rPr lang="en-IN" sz="1600" dirty="0"/>
              <a:t> dashboard with interactive charts, KPI cards, sentiment analysis, risk indicators, and a downloadable AI-generated investment report, providing investors with quick, data-driven decision support.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- </a:t>
            </a:r>
            <a:r>
              <a:rPr lang="en-IN" sz="1800" b="1" dirty="0" err="1"/>
              <a:t>Groq</a:t>
            </a:r>
            <a:r>
              <a:rPr lang="en-IN" sz="1800" b="1" dirty="0"/>
              <a:t> API (GPT-OSS-120B): </a:t>
            </a:r>
            <a:r>
              <a:rPr lang="en-IN" sz="1800" dirty="0"/>
              <a:t>For AI-powered financial analysis, market sentiment analysis, reasoning, and generating investment recommendations.</a:t>
            </a:r>
          </a:p>
          <a:p>
            <a:r>
              <a:rPr lang="en-IN" sz="1800" b="1" dirty="0"/>
              <a:t>- Python: </a:t>
            </a:r>
            <a:r>
              <a:rPr lang="en-IN" sz="1800" dirty="0"/>
              <a:t>Core programming language used to build the Sequential Task Agent and process financial data.</a:t>
            </a:r>
          </a:p>
          <a:p>
            <a:r>
              <a:rPr lang="en-IN" sz="1800" b="1" dirty="0"/>
              <a:t>- </a:t>
            </a:r>
            <a:r>
              <a:rPr lang="en-IN" sz="1800" b="1" dirty="0" err="1"/>
              <a:t>Streamlit</a:t>
            </a:r>
            <a:r>
              <a:rPr lang="en-IN" sz="1800" dirty="0"/>
              <a:t>: For building an interactive dashboard to display stock trends, KPIs, risk indicators, and AI-generated investment reports.</a:t>
            </a:r>
          </a:p>
          <a:p>
            <a:r>
              <a:rPr lang="en-IN" sz="1800" b="1" dirty="0"/>
              <a:t>- Yahoo Finance API (</a:t>
            </a:r>
            <a:r>
              <a:rPr lang="en-IN" sz="1800" b="1" dirty="0" err="1"/>
              <a:t>yfinance</a:t>
            </a:r>
            <a:r>
              <a:rPr lang="en-IN" sz="1800" b="1" dirty="0"/>
              <a:t>): </a:t>
            </a:r>
            <a:r>
              <a:rPr lang="en-IN" sz="1800" dirty="0"/>
              <a:t>For fetching real-time stock prices, company financial statements, and market data.</a:t>
            </a:r>
          </a:p>
          <a:p>
            <a:r>
              <a:rPr lang="en-IN" sz="1800" b="1" dirty="0"/>
              <a:t>- News API / RSS Feeds: </a:t>
            </a:r>
            <a:r>
              <a:rPr lang="en-IN" sz="1800" dirty="0"/>
              <a:t>For collecting the latest financial news and performing market sentiment analysis.</a:t>
            </a:r>
          </a:p>
          <a:p>
            <a:r>
              <a:rPr lang="en-IN" sz="1800" b="1" dirty="0"/>
              <a:t>- RAG (Retrieval-Augmented Generation): </a:t>
            </a:r>
            <a:r>
              <a:rPr lang="en-IN" sz="1800" dirty="0"/>
              <a:t>Fetches real financial and news data first, then uses AI to generate accurate, context-aware investment insights.</a:t>
            </a:r>
          </a:p>
          <a:p>
            <a:r>
              <a:rPr lang="en-IN" sz="1800" b="1" dirty="0"/>
              <a:t>- Vector Database (FAISS/Chroma): </a:t>
            </a:r>
            <a:r>
              <a:rPr lang="en-IN" sz="1800" dirty="0"/>
              <a:t>Stores and retrieves financial documents, company reports, and news embeddings for RAG-based analysis.</a:t>
            </a:r>
          </a:p>
          <a:p>
            <a:r>
              <a:rPr lang="en-IN" sz="1800" b="1" dirty="0"/>
              <a:t>- </a:t>
            </a:r>
            <a:r>
              <a:rPr lang="en-IN" sz="1800" b="1" dirty="0" err="1"/>
              <a:t>Plotly</a:t>
            </a:r>
            <a:r>
              <a:rPr lang="en-IN" sz="1800" b="1" dirty="0"/>
              <a:t> &amp; Pandas</a:t>
            </a:r>
            <a:r>
              <a:rPr lang="en-IN" sz="1800" dirty="0"/>
              <a:t>: For data processing and creating interactive financial charts and competitor comparison visualizations.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</a:t>
            </a:r>
            <a:r>
              <a:rPr lang="en-US" sz="1800" dirty="0" err="1"/>
              <a:t>env.example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3DD7E6-A79C-43BB-F2E1-BF5AD16C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73352"/>
            <a:ext cx="8569189" cy="452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29F89-E31C-03A6-88AF-4E4EE34E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074180"/>
            <a:ext cx="10553437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1CDCB-7241-6912-C78C-08800960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557784"/>
            <a:ext cx="9390888" cy="56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8FB1A-F82D-FBF1-487B-812A2214E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873101"/>
            <a:ext cx="11323320" cy="566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Agentic AI enables the Investment Analyst to function as an intelligent, autonomous system rather than a simple stock information chatbot. Using the </a:t>
            </a:r>
            <a:r>
              <a:rPr lang="en-IN" dirty="0" err="1"/>
              <a:t>Groq</a:t>
            </a:r>
            <a:r>
              <a:rPr lang="en-IN" dirty="0"/>
              <a:t> API (GPT-OSS-120B), it coordinates multiple specialized agents to perform sequential financial analysis and generate investment insights.</a:t>
            </a:r>
          </a:p>
          <a:p>
            <a:r>
              <a:rPr lang="en-IN" dirty="0"/>
              <a:t>Each agent has a specific role—such as collecting financial data, </a:t>
            </a:r>
            <a:r>
              <a:rPr lang="en-IN" dirty="0" err="1"/>
              <a:t>analyzing</a:t>
            </a:r>
            <a:r>
              <a:rPr lang="en-IN" dirty="0"/>
              <a:t> KPIs, comparing competitors, evaluating market sentiment, detecting risks, and generating AI-powered recommendations. This multi-agent approach ensures accurate, efficient, and step-by-step investment analysis.</a:t>
            </a:r>
          </a:p>
          <a:p>
            <a:r>
              <a:rPr lang="en-IN" dirty="0"/>
              <a:t>Agentic AI also provides context-aware analysis by understanding the selected company, industry, market trends, and financial performance before generating recommendations. It supports real-time adaptation by updating insights whenever new stock prices, financial reports, or market news become available.</a:t>
            </a:r>
          </a:p>
          <a:p>
            <a:r>
              <a:rPr lang="en-IN" dirty="0"/>
              <a:t>Additionally, the agents communicate with one another, allowing the output of one analysis stage to become the input for the next, resulting in more informed investment decisions.</a:t>
            </a:r>
          </a:p>
          <a:p>
            <a:r>
              <a:rPr lang="en-IN" dirty="0"/>
              <a:t>Overall, Agentic AI makes the system proactive, data-driven, and goal-oriented, acting like a smart digital investment analyst that helps users understand financial performance, identify risks, and make informed investment decisions.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12 API Calls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727FB-D357-632B-FECD-7F279443A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32" y="1852409"/>
            <a:ext cx="10822329" cy="43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C75AA-2537-C7A3-7EEF-E10A56B25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91" y="816977"/>
            <a:ext cx="10722322" cy="602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631CE-D139-A8D0-F6DC-D8C57DF64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81" y="1319514"/>
            <a:ext cx="11743438" cy="538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0A063-AC86-A46B-214A-8E9EA713F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71" y="960699"/>
            <a:ext cx="11751058" cy="579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Uniqueness of the Proposed Solution </a:t>
            </a:r>
          </a:p>
          <a:p>
            <a:r>
              <a:rPr lang="en-IN" sz="2000" b="1" dirty="0"/>
              <a:t>The Sequential Task Agent </a:t>
            </a:r>
            <a:r>
              <a:rPr lang="en-IN" sz="2000" dirty="0"/>
              <a:t>– Investment Analyst stands out by combining Agentic AI, RAG, and real-time financial analysis into one intelligent system.</a:t>
            </a:r>
          </a:p>
          <a:p>
            <a:pPr lvl="0"/>
            <a:r>
              <a:rPr lang="en-IN" sz="2000" b="1" dirty="0"/>
              <a:t>Multi-Agent Intelligence: </a:t>
            </a:r>
            <a:r>
              <a:rPr lang="en-IN" sz="2000" dirty="0"/>
              <a:t>Specialized agents perform data collection, KPI analysis, competitor benchmarking, sentiment analysis, risk detection, and recommendations.</a:t>
            </a:r>
          </a:p>
          <a:p>
            <a:pPr lvl="0"/>
            <a:r>
              <a:rPr lang="en-IN" sz="2000" b="1" dirty="0"/>
              <a:t>RAG-Based Accuracy: </a:t>
            </a:r>
            <a:r>
              <a:rPr lang="en-IN" sz="2000" dirty="0"/>
              <a:t>Retrieves real-time financial reports and market news before generating AI insights.</a:t>
            </a:r>
          </a:p>
          <a:p>
            <a:pPr lvl="0"/>
            <a:r>
              <a:rPr lang="en-IN" sz="2000" b="1" dirty="0"/>
              <a:t>Context-Aware Analysis</a:t>
            </a:r>
            <a:r>
              <a:rPr lang="en-IN" sz="2000" dirty="0"/>
              <a:t>: Provides personalized investment insights based on company performance and market conditions.</a:t>
            </a:r>
          </a:p>
          <a:p>
            <a:pPr lvl="0"/>
            <a:r>
              <a:rPr lang="en-IN" sz="2000" b="1" dirty="0"/>
              <a:t>Real-Time Updates</a:t>
            </a:r>
            <a:r>
              <a:rPr lang="en-IN" sz="2000" dirty="0"/>
              <a:t>: Continuously </a:t>
            </a:r>
            <a:r>
              <a:rPr lang="en-IN" sz="2000" dirty="0" err="1"/>
              <a:t>analyzes</a:t>
            </a:r>
            <a:r>
              <a:rPr lang="en-IN" sz="2000" dirty="0"/>
              <a:t> live stock prices and news sentiment.</a:t>
            </a:r>
          </a:p>
          <a:p>
            <a:pPr lvl="0"/>
            <a:r>
              <a:rPr lang="en-IN" sz="2000" b="1" dirty="0"/>
              <a:t>Interactive Dashboard: </a:t>
            </a:r>
            <a:r>
              <a:rPr lang="en-IN" sz="2000" dirty="0"/>
              <a:t>Displays KPIs, charts, risk indicators, and AI-generated investment reports in </a:t>
            </a:r>
            <a:r>
              <a:rPr lang="en-IN" sz="2000" dirty="0" err="1"/>
              <a:t>Streamlit</a:t>
            </a:r>
            <a:r>
              <a:rPr lang="en-IN" sz="2000" dirty="0"/>
              <a:t>.</a:t>
            </a:r>
          </a:p>
          <a:p>
            <a:r>
              <a:rPr lang="en-IN" sz="2000" dirty="0"/>
              <a:t>This makes the solution a smart, data-driven, and proactive digital investment analyst</a:t>
            </a:r>
            <a:r>
              <a:rPr lang="en-IN" sz="1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–https://github.com/vishuhadimani12-hash/Sequential-Task-Agent-Investment-Analyst-.git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IN" sz="2000" b="1" dirty="0"/>
          </a:p>
          <a:p>
            <a:r>
              <a:rPr lang="en-IN" sz="2000" dirty="0"/>
              <a:t>1</a:t>
            </a:r>
            <a:r>
              <a:rPr lang="en-IN" sz="2000" b="1" dirty="0"/>
              <a:t>. Integration with Real-Time Financial APIs</a:t>
            </a:r>
          </a:p>
          <a:p>
            <a:r>
              <a:rPr lang="en-IN" sz="2000" dirty="0"/>
              <a:t>The system can be integrated with live financial APIs such as Yahoo Finance, Alpha Vantage, and stock exchange APIs to fetch real-time stock prices, company financial reports, and market news for more accurate investment analysis.</a:t>
            </a:r>
          </a:p>
          <a:p>
            <a:r>
              <a:rPr lang="en-IN" sz="2000" dirty="0"/>
              <a:t>2</a:t>
            </a:r>
            <a:r>
              <a:rPr lang="en-IN" sz="2000" b="1" dirty="0"/>
              <a:t>. AI-Powered Voice Assistant &amp; Multilingual Support</a:t>
            </a:r>
          </a:p>
          <a:p>
            <a:r>
              <a:rPr lang="en-IN" sz="2000" dirty="0"/>
              <a:t>Adding a voice-enabled assistant and multilingual support will allow users to interact with the Investment Analyst in their preferred language, making the application more accessible and user-friendly for a wider audience.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E1D7A-F5D2-FA74-B14B-C46A65F61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751" y="1367169"/>
            <a:ext cx="6782388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C89425-4A4D-7C03-2627-AE7BCD69C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670" y="1361353"/>
            <a:ext cx="8062659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Office PowerPoint</Application>
  <PresentationFormat>Widescreen</PresentationFormat>
  <Paragraphs>113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Vishwanath Hadimani</cp:lastModifiedBy>
  <cp:revision>3</cp:revision>
  <dcterms:created xsi:type="dcterms:W3CDTF">2025-07-08T05:06:56Z</dcterms:created>
  <dcterms:modified xsi:type="dcterms:W3CDTF">2026-09-23T17:56:53Z</dcterms:modified>
</cp:coreProperties>
</file>